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Arial"/>
              </a:rPr>
              <a:t>Q2: probabilidade de cada estado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π(n) Q2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</c:v>
                </c:pt>
                <c:pt idx="1">
                  <c:v>0.01</c:v>
                </c:pt>
                <c:pt idx="2">
                  <c:v>0.02</c:v>
                </c:pt>
                <c:pt idx="3">
                  <c:v>0.1</c:v>
                </c:pt>
                <c:pt idx="4">
                  <c:v>0.69</c:v>
                </c:pt>
                <c:pt idx="5">
                  <c:v>3.16</c:v>
                </c:pt>
                <c:pt idx="6">
                  <c:v>16</c:v>
                </c:pt>
                <c:pt idx="7">
                  <c:v>40.86</c:v>
                </c:pt>
                <c:pt idx="8">
                  <c:v>39.15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D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Arial"/>
              </a:rPr>
              <a:t>Utilização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Inicial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75.2</c:v>
                </c:pt>
                <c:pt idx="1">
                  <c:v>100</c:v>
                </c:pt>
                <c:pt idx="2">
                  <c:v>75.3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Melhorado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74.8</c:v>
                </c:pt>
                <c:pt idx="1">
                  <c:v>93.1</c:v>
                </c:pt>
                <c:pt idx="2">
                  <c:v>96.3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5DD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tema: uma assistência técnica modelada como rede de 3 filas com retorno de clientes (reprovados no teste voltam à bancada).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fluxo: o cliente é recebido, o aparelho vai para a bancada de reparo ou direto ao teste, e aparelhos reprovados no teste voltam para a bancada (retorno). Tempos em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desenho com notação de Kendall, intervalos de chegada e atendimento e probabilidades de roteamento. Destacar o retorno em vermelho.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Semente 1, 100.000 aleatórios, tempo global 68.449,70. A bancada (Q2) opera a 100% de utilização, com população média de 7,1 clientes e 4.059 perdas. Q1 e Q3 estão a cerca de 75%.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Parâmetros alterados: somente na fila Q2. Servidores de 2 para 3 e capacidade de 8 para 10. Todo o restante (chegadas, atendimentos e probabilidades de roteamento) permanece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melhora muito: perdas caem de 4.059 para 121 e o tempo de resposta cai de 42,9 para 19,9 minutos. Em contrapartida, o gargalo se desloca para Q3, que passa a 96% de utilização, com 331 perdas.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Fechar: a simulação identificou o gargalo, a melhoria resolveu Q2 mas deslocou o problema para Q3. Próximo passo: testar ampliar o teste (Q3) ou reduzir a taxa de retorno de 0,20.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técnica de eletrônicos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uma rede de filas: gargalo e proposta de melhoria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e Métodos Analíticos · PUCRS · Atividade em grupo M9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Letícia Davi Nunes · Guilherme Santos Terre do Amaral · Daniel Scheuermann · João Vitor Vogel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da realidade simulada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Recepção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do aparelho. 1 atendente, capacidade 10. Chegadas do exterior a cada 3..5 min, atendimento 2..4 min.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Bancada de reparo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técnicos, capacidade 8. Reparo leva 8..16 min. 90% seguem para o teste; 10% saem (sem conserto).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Teste de qualidade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testador, capacidade 6. Teste leva 3..5 min. 20% reprovam e voltam para a bancada; 80% saem.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Q1: 75% vão para a bancada, 15% direto ao teste, 10% saem. A rede não é tandem: existe retorno Q3 → Q2.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(desenho) da rede de filas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rede_in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785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da simulação: modelo inicial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645920"/>
                <a:gridCol w="1371600"/>
                <a:gridCol w="155448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Vazão X (cl/min)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Utilização 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R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57200" y="269748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60720" y="2926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Gargalo: Q2.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quase sempre cheia (estados 7 e 8 somam 80%) e 4.059 clientes perdidos.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melhoria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rede_melhor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566928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118872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(em amarelo)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servidores 2 →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capacidade 8 →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alteração: chegadas, tempos de atendimento e roteamento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a oferta de Q2 (2 técnicos, μ = 1/12 cada) não suporta a demanda, que inclui os retornos de Q3.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melhorado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melhorado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Vazão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Utilização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R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577840" y="1097280"/>
          <a:ext cx="3200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totais: 4.059 → 452 (Q2 121 + Q3 331).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bancada (Q2) era o gargalo: 100% de utilização, fila cheia e 4.059 perdas.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 técnicos e capacidade 10, as perdas em Q2 caíram para 121 e o tempo de resposta caiu de 42,9 para 19,9 min.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migrou para o teste (Q3): 96% de utilização e 331 perdas.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ampliar Q3 ou reduzir o retorno Q3 → Q2 (hoje 20%).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Simulação de rede de filas - Assistência técnica</dc:title>
  <dc:subject>PptxGenJS Presentation</dc:subject>
  <dc:creator>PptxGenJS</dc:creator>
  <cp:lastModifiedBy>PptxGenJS</cp:lastModifiedBy>
  <cp:revision>1</cp:revision>
  <dcterms:created xsi:type="dcterms:W3CDTF">2026-10-14T02:05:56Z</dcterms:created>
  <dcterms:modified xsi:type="dcterms:W3CDTF">2026-10-14T02:05:56Z</dcterms:modified>
</cp:coreProperties>
</file>